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8f30acd09b8460e" /><Relationship Type="http://schemas.openxmlformats.org/officeDocument/2006/relationships/extended-properties" Target="/docProps/app.xml" Id="Rb1dfb78b19bd4442" /><Relationship Type="http://schemas.openxmlformats.org/officeDocument/2006/relationships/officeDocument" Target="/ppt/presentation.xml" Id="Ra5563c32e14142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72eadf31f284d1e"/>
  </p:sldMasterIdLst>
  <p:notesMasterIdLst>
    <p:notesMasterId xmlns:r="http://schemas.openxmlformats.org/officeDocument/2006/relationships" r:id="Rfe964b78f2f041e6"/>
  </p:notesMasterIdLst>
  <p:sldIdLst>
    <p:sldId xmlns:r="http://schemas.openxmlformats.org/officeDocument/2006/relationships" id="256" r:id="R3c8fc6ba44de4071"/>
    <p:sldId xmlns:r="http://schemas.openxmlformats.org/officeDocument/2006/relationships" id="257" r:id="R64cc8d9944714724"/>
    <p:sldId xmlns:r="http://schemas.openxmlformats.org/officeDocument/2006/relationships" id="258" r:id="Rfbf1c6be5bbc4145"/>
    <p:sldId xmlns:r="http://schemas.openxmlformats.org/officeDocument/2006/relationships" id="259" r:id="R5390ad65630b4447"/>
    <p:sldId xmlns:r="http://schemas.openxmlformats.org/officeDocument/2006/relationships" id="260" r:id="R2efbee1bdfef445e"/>
    <p:sldId xmlns:r="http://schemas.openxmlformats.org/officeDocument/2006/relationships" id="261" r:id="R8a5d9f296f41442a"/>
    <p:sldId xmlns:r="http://schemas.openxmlformats.org/officeDocument/2006/relationships" id="262" r:id="R834fae56466d46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f678393014a9f" /><Relationship Type="http://schemas.openxmlformats.org/officeDocument/2006/relationships/slideMaster" Target="/ppt/slideMasters/slideMaster1.xml" Id="R872eadf31f284d1e" /><Relationship Type="http://schemas.openxmlformats.org/officeDocument/2006/relationships/notesMaster" Target="/ppt/notesMasters/notesMaster1.xml" Id="Rfe964b78f2f041e6" /><Relationship Type="http://schemas.openxmlformats.org/officeDocument/2006/relationships/presProps" Target="/ppt/presProps.xml" Id="Rb801c11444fe489d" /><Relationship Type="http://schemas.openxmlformats.org/officeDocument/2006/relationships/tableStyles" Target="/ppt/tableStyles.xml" Id="R91e42420f2774429" /><Relationship Type="http://schemas.openxmlformats.org/officeDocument/2006/relationships/slide" Target="/ppt/slides/slide1.xml" Id="R3c8fc6ba44de4071" /><Relationship Type="http://schemas.openxmlformats.org/officeDocument/2006/relationships/slide" Target="/ppt/slides/slide2.xml" Id="R64cc8d9944714724" /><Relationship Type="http://schemas.openxmlformats.org/officeDocument/2006/relationships/slide" Target="/ppt/slides/slide3.xml" Id="Rfbf1c6be5bbc4145" /><Relationship Type="http://schemas.openxmlformats.org/officeDocument/2006/relationships/slide" Target="/ppt/slides/slide4.xml" Id="R5390ad65630b4447" /><Relationship Type="http://schemas.openxmlformats.org/officeDocument/2006/relationships/slide" Target="/ppt/slides/slide5.xml" Id="R2efbee1bdfef445e" /><Relationship Type="http://schemas.openxmlformats.org/officeDocument/2006/relationships/slide" Target="/ppt/slides/slide6.xml" Id="R8a5d9f296f41442a" /><Relationship Type="http://schemas.openxmlformats.org/officeDocument/2006/relationships/slide" Target="/ppt/slides/slide7.xml" Id="R834fae56466d46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669e0637ed24e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44dc488cf34fb8" /><Relationship Type="http://schemas.openxmlformats.org/officeDocument/2006/relationships/notesMaster" Target="/ppt/notesMasters/notesMaster1.xml" Id="R2bfccb4eb74846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a21ad6db5464d61" /><Relationship Type="http://schemas.openxmlformats.org/officeDocument/2006/relationships/notesMaster" Target="/ppt/notesMasters/notesMaster1.xml" Id="Ra62a8a1cb027411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cbfb99daf714f3d" /><Relationship Type="http://schemas.openxmlformats.org/officeDocument/2006/relationships/notesMaster" Target="/ppt/notesMasters/notesMaster1.xml" Id="Ra8b5fee1360a4f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ad2a8a75c03493c" /><Relationship Type="http://schemas.openxmlformats.org/officeDocument/2006/relationships/notesMaster" Target="/ppt/notesMasters/notesMaster1.xml" Id="Rf5f9275ac8054f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4121c8a530f4472" /><Relationship Type="http://schemas.openxmlformats.org/officeDocument/2006/relationships/notesMaster" Target="/ppt/notesMasters/notesMaster1.xml" Id="R0e96d18d52bf4a2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612f90e79114d3a" /><Relationship Type="http://schemas.openxmlformats.org/officeDocument/2006/relationships/notesMaster" Target="/ppt/notesMasters/notesMaster1.xml" Id="Rc6e283ed776243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4352918bce4b97" /><Relationship Type="http://schemas.openxmlformats.org/officeDocument/2006/relationships/notesMaster" Target="/ppt/notesMasters/notesMaster1.xml" Id="R1317e17739d849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창의공학설계 개인프로젝트 진행과정 223911 박지성.hwp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창의공학설계 개인프로젝트 진행과정 223911 박지성.hwp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창의공학설계 개인프로젝트 진행과정 223911 박지성.hwp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창의공학설계 개인프로젝트 진행과정 223911 박지성.hwp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창의공학설계 개인프로젝트 진행과정 223911 박지성.hwp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창의공학설계 개인프로젝트 진행과정 223911 박지성.hwp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창의공학설계 개인프로젝트 진행과정 223911 박지성.hwp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1276379f5e43f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bfc66737f54b3b" /><Relationship Type="http://schemas.openxmlformats.org/officeDocument/2006/relationships/slideLayout" Target="/ppt/slideLayouts/slideLayout1.xml" Id="Rfd8e903f39304b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8e903f39304b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cb8cc51f6f4c7a" /><Relationship Type="http://schemas.openxmlformats.org/officeDocument/2006/relationships/notesSlide" Target="/ppt/notesSlides/notesSlide1.xml" Id="R14393e7479b3483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4194f7cc6545f5" /><Relationship Type="http://schemas.openxmlformats.org/officeDocument/2006/relationships/notesSlide" Target="/ppt/notesSlides/notesSlide2.xml" Id="R0181a75e3a94435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9a0cdbf28c48dc" /><Relationship Type="http://schemas.openxmlformats.org/officeDocument/2006/relationships/notesSlide" Target="/ppt/notesSlides/notesSlide3.xml" Id="R40f80cdf295845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e175086c64b4e" /><Relationship Type="http://schemas.openxmlformats.org/officeDocument/2006/relationships/notesSlide" Target="/ppt/notesSlides/notesSlide4.xml" Id="Rf8c1edbbda1841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36cb131bf549c6" /><Relationship Type="http://schemas.openxmlformats.org/officeDocument/2006/relationships/notesSlide" Target="/ppt/notesSlides/notesSlide5.xml" Id="R640de397632a412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07b557c304c85" /><Relationship Type="http://schemas.openxmlformats.org/officeDocument/2006/relationships/notesSlide" Target="/ppt/notesSlides/notesSlide6.xml" Id="Rb8f57b350d9344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4559c5e46c4752" /><Relationship Type="http://schemas.openxmlformats.org/officeDocument/2006/relationships/image" Target="/ppt/media/image.png" Id="Rb9daf3e68d9e4c09" /><Relationship Type="http://schemas.openxmlformats.org/officeDocument/2006/relationships/image" Target="/ppt/media/image2.png" Id="Rdbd713331aee4f15" /><Relationship Type="http://schemas.openxmlformats.org/officeDocument/2006/relationships/notesSlide" Target="/ppt/notesSlides/notesSlide7.xml" Id="Rb516b816b410438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1EF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A1D57-CD7A-4FDB-B3F3-3F36ACA5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E073A2-0735-4BA8-ADB6-203D0F7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85875"/>
            <a:ext cx="3714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46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MOF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9C4F9-9DA4-42DA-8210-B3B0FB680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E5E0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E5E0FF"/>
                </a:solidFill>
                <a:latin typeface="Malgun Gothic"/>
                <a:ea typeface="Malgun Gothic"/>
                <a:cs typeface="Malgun Gothic"/>
              </a:rPr>
              <a:t>My Own Friend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1FBEC-F9DF-4632-A38B-7A546CA2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3429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나의 공부와 대학생활을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함께하는 친구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3D64E-5F59-48E7-B901-78C35810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5262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창의공학설계 개인프로젝트 진행과정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42453-0FD4-4C6B-B42A-E43D42AB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051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223911 박지성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F4EBC-8804-4FA7-81C1-84A2D580F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62375"/>
            <a:ext cx="561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StudyMate에서 MOF로 발전한 학습 관리 앱</a:t>
            </a:r>
          </a:p>
        </p:txBody>
      </p:sp>
    </p:spTree>
    <p:extLst>
      <p:ext uri="{BB962C8B-B14F-4D97-AF65-F5344CB8AC3E}">
        <p14:creationId xmlns:p14="http://schemas.microsoft.com/office/powerpoint/2010/main" val="21316777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0572B9-C2E9-4587-B35F-9B0A83DF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745FE4-D679-4C3F-A903-9EECF79E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프로젝트 개요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AFA7C7-B5A1-4305-BE4C-3F8582AD2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95BB16-7478-45E2-912D-19962C0B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7AECB4-A69D-4A2B-B838-263FB6811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81125"/>
            <a:ext cx="1190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EF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12BD9C-2EB4-4198-B9E4-8DE2378D0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9620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PROJECT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74A2DE-E8ED-4ED9-877A-5CBE8B0C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42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학생의 일정과 공부 기록을</a:t>
            </a:r>
          </a:p>
          <a:p xmlns:a="http://schemas.openxmlformats.org/drawingml/2006/main">
            <a:pPr algn="l">
              <a:defRPr sz="255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한곳에서 관리하는 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F3C566-A28D-4A31-843F-321A6AEE8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5143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챗봇과의 대화를 통해 할 일과 시험 일정을 편리하게 관리하는 아이디어에서 출발했습니다.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1E74E6-6FB9-4D79-A965-55EB96FC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571625"/>
            <a:ext cx="4095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1EFFB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EB865A-0DBF-4A97-8E6E-5908FDD0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8859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예상 사용자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BB6DB-8902-4590-80A2-CBB0F0AD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3362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829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자기주도적으로 공부하는 학생</a:t>
            </a:r>
          </a:p>
          <a:p xmlns:a="http://schemas.openxmlformats.org/drawingml/2006/main">
            <a:pPr algn="l">
              <a:def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과제와 시험 일정을 관리하고 싶은 사람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3C4A6D-FC12-49F8-A1E2-9D4019CF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476625"/>
            <a:ext cx="4095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3F6F4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470DCE-025E-43D3-A630-FFB9300BA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190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B806B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B806B"/>
                </a:solidFill>
                <a:latin typeface="Malgun Gothic"/>
                <a:ea typeface="Malgun Gothic"/>
                <a:cs typeface="Malgun Gothic"/>
              </a:rPr>
              <a:t>개발 목표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4FB982-2595-4656-874F-574A2AD3F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38625"/>
            <a:ext cx="333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일정 관리와 기록 기능을 묶고</a:t>
            </a:r>
          </a:p>
          <a:p xmlns:a="http://schemas.openxmlformats.org/drawingml/2006/main">
            <a:pPr algn="l">
              <a:def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통학 상황까지 지원하는 모바일 앱</a:t>
            </a:r>
          </a:p>
        </p:txBody>
      </p:sp>
    </p:spTree>
    <p:extLst>
      <p:ext uri="{BB962C8B-B14F-4D97-AF65-F5344CB8AC3E}">
        <p14:creationId xmlns:p14="http://schemas.microsoft.com/office/powerpoint/2010/main" val="2310410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353057-67FC-44E4-AD0E-D4E1892E9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E61638-FCAE-40DC-81F5-DD5AC020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아이디어의 변화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2D8950-FE47-4F65-96F9-86192107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DA421D-E1DC-4DE0-9CF1-5386196A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22A4F2-6DF7-40C5-A40B-B9B4E363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StudyMate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30A3F-9734-4334-A445-A652AE70D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333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공부 일정과 할 일을</a:t>
            </a:r>
          </a:p>
          <a:p xmlns:a="http://schemas.openxmlformats.org/drawingml/2006/main">
            <a:pPr algn="l">
              <a:defRPr sz="1650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대화로 관리하는 서비스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7892A0-1E17-457B-91AA-D881DFA8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71625"/>
            <a:ext cx="76200" cy="3476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EC1F7F-A8DB-4117-B605-98BDF7A8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66875"/>
            <a:ext cx="4191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583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MOF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FC97C9-0F9A-4472-9AAF-CEB1BFF7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3837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My Own Friend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3A74AE-7C91-44D7-9DE1-E1D7A6A8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0037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통학버스에서 하차 지점을 놓친 경험을 계기로 GPS 기반 하차 알림을 추가했습니다.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B695CD-96DA-4BEC-8136-633F88A4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238625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학습 관리 앱에서 대학생활을 함께하는 개인 맞춤형 앱으로 범위를 넓혔습니다.</a:t>
            </a:r>
          </a:p>
        </p:txBody>
      </p:sp>
    </p:spTree>
    <p:extLst>
      <p:ext uri="{BB962C8B-B14F-4D97-AF65-F5344CB8AC3E}">
        <p14:creationId xmlns:p14="http://schemas.microsoft.com/office/powerpoint/2010/main" val="1957386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BB8DF4-30F8-4022-9E80-0F862DC6D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9CD2C0-E6A4-4F1A-8B07-0DD8527F0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기능 구성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50AA3B-4E79-4271-ADCE-E99CDD31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400EFD-77DA-4BFF-A85F-882FB18D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60FD3-6A6A-4239-ABD6-B61697BE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0D9E2B-C357-4A83-BED4-E719A51A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학습 관리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95865-376B-4860-8848-4D6846A7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457FB-4AE0-46C8-A49A-69F21CDD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할 일 추가·삭제·완료 표시</a:t>
            </a:r>
          </a:p>
          <a:p xmlns:a="http://schemas.openxmlformats.org/drawingml/2006/main">
            <a:pPr algn="l">
              <a:def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과목별 할 일과 시험·과제 일정 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74F94-16B3-47E9-8DBC-D00508B3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24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443B88-06EA-454B-9582-528BFB0AD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43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공부 기록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64774-D5B4-4CCE-B9DB-6E8129A5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7622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D43704-2FBF-4C08-96CB-10B69722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95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공부 시간 기록</a:t>
            </a:r>
          </a:p>
          <a:p xmlns:a="http://schemas.openxmlformats.org/drawingml/2006/main">
            <a:pPr algn="l">
              <a:def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진행 상황 확인과 타이머 설정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77D637-614D-4D50-9005-2C361A1F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24000"/>
            <a:ext cx="762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7A9C00-0A9C-48E8-A0BD-FA910A83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43125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생활 지원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F3677C-B87F-457F-AB06-7BC87D5B4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622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0851C2-BAF3-4CC5-A416-E8CD92F4A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95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실행 화면과 알림 기능</a:t>
            </a:r>
          </a:p>
          <a:p xmlns:a="http://schemas.openxmlformats.org/drawingml/2006/main">
            <a:pPr algn="l">
              <a:def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대화형 정보 검색과 통학버스 하차 알림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095CBC-A33B-46F2-B488-A83C3E4BF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10572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80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B806B"/>
                </a:solidFill>
                <a:latin typeface="Malgun Gothic"/>
                <a:ea typeface="Malgun Gothic"/>
                <a:cs typeface="Malgun Gothic"/>
              </a:rPr>
              <a:t>우선순위는 핵심 일정 관리 기능부터 구현하고, 알림과 대화 기능으로 확장하는 방식입니다.</a:t>
            </a:r>
          </a:p>
        </p:txBody>
      </p:sp>
    </p:spTree>
    <p:extLst>
      <p:ext uri="{BB962C8B-B14F-4D97-AF65-F5344CB8AC3E}">
        <p14:creationId xmlns:p14="http://schemas.microsoft.com/office/powerpoint/2010/main" val="359025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505625-D101-4C49-92C3-9C86557F9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8F921-E4A8-4A9B-96C2-9801A37A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참고 서비스와 적용 아이디어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0BCB00-158B-44CB-AD9F-DFFBE8AB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1B1904-9E72-4BA2-AC15-94F249FA0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414257-4B11-4499-A866-4F106499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캘린더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2143A-4D2B-4258-8FFF-0A02E0EB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6097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날짜 알림과 할 일 메모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737F34-2825-4966-9D2F-BED84C76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25742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92676-D94F-4744-8BBE-23F54B1CA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62250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네이버 지도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1DCF13-CD51-44E0-96AE-38B50BE7B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00350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GPS를 활용한 목적지 접근 알림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6D6BA1-753F-487B-A7C9-BE8A8960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5E0AB0-AA2F-4056-896C-134EC31C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2238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코스모스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91DDF3-9B8C-4D5E-9D58-95676782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9097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학교 LMS 연동과 과제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6D1CA-5063-404D-8E65-1CDF5EBB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38675"/>
            <a:ext cx="7048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C2E28-DBB0-4D39-BDCA-5B6C6608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52625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MOF는 세 서비스의 핵심 경험을</a:t>
            </a:r>
          </a:p>
          <a:p xmlns:a="http://schemas.openxmlformats.org/drawingml/2006/main">
            <a:pPr algn="l">
              <a:defRPr sz="20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학생의 일상 흐름에 맞게 결합합니다.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7F0B7-36C3-43E8-BBD7-4397189F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10000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일정 확인부터 이동 중 알림까지 하나의 앱에서 이어지는 구성을 목표로 합니다.</a:t>
            </a:r>
          </a:p>
        </p:txBody>
      </p:sp>
    </p:spTree>
    <p:extLst>
      <p:ext uri="{BB962C8B-B14F-4D97-AF65-F5344CB8AC3E}">
        <p14:creationId xmlns:p14="http://schemas.microsoft.com/office/powerpoint/2010/main" val="10343858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984852-C039-49A8-8139-119CBC047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1E1325-F8BD-4CA8-8B2B-EE686E47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1주차: 프로젝트 기반 만들기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A5A8DC-2784-41A0-9D81-C408ACDA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8E69D-07D2-46B3-AB45-8950B3640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E7D7B1-D297-45CB-B16F-F1A61D92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90487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EFF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56A61E-3B46-4AA9-A06F-8E3AE1B3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6375"/>
            <a:ext cx="676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완료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970393-7646-4063-ADE2-F9859C5C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667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GitHub 저장소 생성</a:t>
            </a:r>
          </a:p>
          <a:p xmlns:a="http://schemas.openxmlformats.org/drawingml/2006/main">
            <a:pPr algn="l">
              <a:defRPr sz="17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Creative-Engineering-Design 구성</a:t>
            </a:r>
          </a:p>
          <a:p xmlns:a="http://schemas.openxmlformats.org/drawingml/2006/main">
            <a:pPr algn="l">
              <a:defRPr sz="17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README에 목표와 기능 정리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28B94E-D5AD-4028-8E17-6548FDC7D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1047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1EFF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74A819-6C8B-4080-B471-F858E2BF9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배운 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F9182-1748-4407-B9E1-31BA6EF27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476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저장소와 README 작성 방법</a:t>
            </a:r>
          </a:p>
          <a:p xmlns:a="http://schemas.openxmlformats.org/drawingml/2006/main">
            <a:pPr algn="l">
              <a:defRPr sz="157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Markdown의 제목, 목록, 링크, 체크박스, 코드 블록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3C081-2BA8-4329-9A68-102FCF0A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70BB75-A61A-484C-A27C-E577DE67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어려웠던 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82922B-5F7F-4E57-9F1F-AF51ED1EA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6672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기능 우선순위와 구현 방법을 정하는 과정, 익숙하지 않은 GitHub 사용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FF695F-D61E-4BE9-8E7D-F41857DB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B806B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B806B"/>
                </a:solidFill>
                <a:latin typeface="Malgun Gothic"/>
                <a:ea typeface="Malgun Gothic"/>
                <a:cs typeface="Malgun Gothic"/>
              </a:rPr>
              <a:t>다음 계획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8472B-019A-42CF-A5E6-8BE8EE5D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기능 구체화, 개발 기술 결정, 기본 프로젝트 구조 작성</a:t>
            </a:r>
          </a:p>
        </p:txBody>
      </p:sp>
    </p:spTree>
    <p:extLst>
      <p:ext uri="{BB962C8B-B14F-4D97-AF65-F5344CB8AC3E}">
        <p14:creationId xmlns:p14="http://schemas.microsoft.com/office/powerpoint/2010/main" val="10610335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8C3179-DBF6-4A67-8F4B-AD85F7316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BD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D13A4C-0EFE-4617-97F3-B60E06610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"/>
            <a:ext cx="10287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2주차: 앱 개발 시작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F1294E-56D8-4924-B573-AB5A3915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85775"/>
            <a:ext cx="523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2DF0D8-68B8-4556-B5CB-7C590212C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5EE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daf3e68d9e4c09"/>
          <a:stretch xmlns:a="http://schemas.openxmlformats.org/drawingml/2006/main"/>
        </p:blipFill>
        <p:spPr>
          <a:xfrm xmlns:a="http://schemas.openxmlformats.org/drawingml/2006/main">
            <a:off x="922355" y="1381125"/>
            <a:ext cx="2384390" cy="48577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d713331aee4f15"/>
          <a:stretch xmlns:a="http://schemas.openxmlformats.org/drawingml/2006/main"/>
        </p:blipFill>
        <p:spPr>
          <a:xfrm xmlns:a="http://schemas.openxmlformats.org/drawingml/2006/main">
            <a:off x="3905250" y="1791829"/>
            <a:ext cx="4667250" cy="2798091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EB793-50F5-4194-95EC-C48D284DD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4763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6D5BD0"/>
                </a:solidFill>
                <a:latin typeface="Malgun Gothic"/>
                <a:ea typeface="Malgun Gothic"/>
                <a:cs typeface="Malgun Gothic"/>
              </a:rPr>
              <a:t>이번 주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9724E-6168-474F-B63D-6E03A3E3D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381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프로젝트명을 MOF로 변경</a:t>
            </a:r>
          </a:p>
          <a:p xmlns:a="http://schemas.openxmlformats.org/drawingml/2006/main">
            <a:pPr algn="l">
              <a:def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Android Studio 설치와 실행</a:t>
            </a:r>
          </a:p>
          <a:p xmlns:a="http://schemas.openxmlformats.org/drawingml/2006/main">
            <a:pPr algn="l">
              <a:def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Kotlin 기반 앱 화면 테스트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66ECF1-1147-407A-B45B-8DDE356D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90525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5B806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B806B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344F16-6A4E-41B5-8952-48F8C85AF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5243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앱 디자인 구체화</a:t>
            </a:r>
          </a:p>
          <a:p xmlns:a="http://schemas.openxmlformats.org/drawingml/2006/main">
            <a:pPr algn="l">
              <a:defRPr sz="15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24222D"/>
                </a:solidFill>
                <a:latin typeface="Malgun Gothic"/>
                <a:ea typeface="Malgun Gothic"/>
                <a:cs typeface="Malgun Gothic"/>
              </a:rPr>
              <a:t>핵심 기능 추가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02077-0C66-4B57-8DE5-D941A1B2B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00625"/>
            <a:ext cx="4667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696775"/>
                </a:solidFill>
                <a:latin typeface="Malgun Gothic"/>
                <a:ea typeface="Malgun Gothic"/>
                <a:cs typeface="Malgun Gothic"/>
              </a:rPr>
              <a:t>현재 홈 화면에는 공부 기록, 과제 관리, 시간표, 통학·하차 알림 메뉴가 구성되어 있습니다.</a:t>
            </a:r>
          </a:p>
        </p:txBody>
      </p:sp>
    </p:spTree>
    <p:extLst>
      <p:ext uri="{BB962C8B-B14F-4D97-AF65-F5344CB8AC3E}">
        <p14:creationId xmlns:p14="http://schemas.microsoft.com/office/powerpoint/2010/main" val="14689448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2026-09-28T04:28:35.0670000Z</dcterms:created>
  <dcterms:modified xsi:type="dcterms:W3CDTF">2026-09-28T04:28:35.0670000Z</dcterms:modified>
</coreProperties>
</file>